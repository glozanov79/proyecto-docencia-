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Portada — usar siempre al inicio de cada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Agenda — lista simple con viñetas circulares en aguamarina.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Contenido comparativo — dos tarjetas lado a lado, colores alternados aguamarina/verde.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Bloque único — para conceptos que necesitan más espacio de desarrollo.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Aplicaciones — SIEMPRE incluir en cada clase, dos columnas fijas.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Actividad — fondo oscuro para diferenciar del contenido teórico.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Cierre — resumen de bloques de tiempo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Teaser — SIEMPRE el último slide, adelanta el tema de la próxima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[Nombre del curso]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B7E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[Semana X — Tema de la sesión]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UCC · [Fecha]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 hoy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[Punto 1 de la agenda]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14400" y="2240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[Punto 2]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[Punto 3]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[Punto 4]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[Punto 5]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[Título del subtema]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E6F7F6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9202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[Concepto A]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05840" y="26517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[Explicación breve del concepto A]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41148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[Ejemplo trabajado]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EAF7EE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9202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[Concepto B]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83680" y="26517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[Explicación breve del concepto B]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41148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[Ejemplo trabajado]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[Título del subtema]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10698480" cy="3931920"/>
          </a:xfrm>
          <a:prstGeom prst="roundRect">
            <a:avLst>
              <a:gd name="adj" fmla="val 2791"/>
            </a:avLst>
          </a:prstGeom>
          <a:solidFill>
            <a:srgbClr val="E6F7F6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[Idea principal en una línea]
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[Desarrollo del concepto, ejemplo o fórmula]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[Tema] en la vida real y con 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EAF7EE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9202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vida real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7432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[Ejemplo profesional/real del tema]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69164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E6F7F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9202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Inteligencia Artificial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27432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[Ejemplo con IA del tema]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en grupo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[Instrucciones del ejercicio práctico]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 minutos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 hoy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[Bloque 1: minutos y actividad]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[Bloque 2: minutos y actividad]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[Bloque 3: minutos y actividad]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[Recurso oficial del temario]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próxima clase...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7E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[Pregunta o dato curioso que abra la puerta al siguiente tema]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2026-07-21T14:11:14Z</dcterms:created>
  <dcterms:modified xsi:type="dcterms:W3CDTF">2026-07-21T14:11:14Z</dcterms:modified>
</cp:coreProperties>
</file>